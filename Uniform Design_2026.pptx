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31" r:id="rId2"/>
    <p:sldId id="330" r:id="rId3"/>
    <p:sldId id="332" r:id="rId4"/>
    <p:sldId id="333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003060"/>
    <a:srgbClr val="196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rpaul, Sanju" userId="57aa58cc-e40c-4b0f-afe5-3ea9b99cb70a" providerId="ADAL" clId="{874232E0-BDC3-4744-8EF5-5131131F9A09}"/>
    <pc:docChg chg="undo custSel addSld delSld modSld sldOrd">
      <pc:chgData name="Deerpaul, Sanju" userId="57aa58cc-e40c-4b0f-afe5-3ea9b99cb70a" providerId="ADAL" clId="{874232E0-BDC3-4744-8EF5-5131131F9A09}" dt="2026-04-09T13:42:49.177" v="185" actId="22"/>
      <pc:docMkLst>
        <pc:docMk/>
      </pc:docMkLst>
      <pc:sldChg chg="addSp delSp modSp del mod delAnim">
        <pc:chgData name="Deerpaul, Sanju" userId="57aa58cc-e40c-4b0f-afe5-3ea9b99cb70a" providerId="ADAL" clId="{874232E0-BDC3-4744-8EF5-5131131F9A09}" dt="2026-04-09T13:39:46.115" v="168" actId="47"/>
        <pc:sldMkLst>
          <pc:docMk/>
          <pc:sldMk cId="1325398881" sldId="269"/>
        </pc:sldMkLst>
        <pc:spChg chg="del">
          <ac:chgData name="Deerpaul, Sanju" userId="57aa58cc-e40c-4b0f-afe5-3ea9b99cb70a" providerId="ADAL" clId="{874232E0-BDC3-4744-8EF5-5131131F9A09}" dt="2026-04-08T04:53:54.064" v="4" actId="478"/>
          <ac:spMkLst>
            <pc:docMk/>
            <pc:sldMk cId="1325398881" sldId="269"/>
            <ac:spMk id="2" creationId="{60D2F6EF-EC17-D2E6-7F09-7A5B796930FE}"/>
          </ac:spMkLst>
        </pc:spChg>
        <pc:spChg chg="mod">
          <ac:chgData name="Deerpaul, Sanju" userId="57aa58cc-e40c-4b0f-afe5-3ea9b99cb70a" providerId="ADAL" clId="{874232E0-BDC3-4744-8EF5-5131131F9A09}" dt="2026-04-08T04:54:25.860" v="20" actId="14100"/>
          <ac:spMkLst>
            <pc:docMk/>
            <pc:sldMk cId="1325398881" sldId="269"/>
            <ac:spMk id="4" creationId="{E3A47F02-AEDF-CDE7-B92D-3CC072C4B605}"/>
          </ac:spMkLst>
        </pc:spChg>
        <pc:spChg chg="del">
          <ac:chgData name="Deerpaul, Sanju" userId="57aa58cc-e40c-4b0f-afe5-3ea9b99cb70a" providerId="ADAL" clId="{874232E0-BDC3-4744-8EF5-5131131F9A09}" dt="2026-04-08T04:54:01.103" v="7" actId="478"/>
          <ac:spMkLst>
            <pc:docMk/>
            <pc:sldMk cId="1325398881" sldId="269"/>
            <ac:spMk id="6" creationId="{DD763994-CFBC-F80E-8544-68573470F8EF}"/>
          </ac:spMkLst>
        </pc:spChg>
        <pc:spChg chg="add del mod">
          <ac:chgData name="Deerpaul, Sanju" userId="57aa58cc-e40c-4b0f-afe5-3ea9b99cb70a" providerId="ADAL" clId="{874232E0-BDC3-4744-8EF5-5131131F9A09}" dt="2026-04-08T04:53:55.919" v="6" actId="478"/>
          <ac:spMkLst>
            <pc:docMk/>
            <pc:sldMk cId="1325398881" sldId="269"/>
            <ac:spMk id="7" creationId="{A185E14E-36AF-F136-5541-7E4F46B018A2}"/>
          </ac:spMkLst>
        </pc:spChg>
        <pc:spChg chg="add del">
          <ac:chgData name="Deerpaul, Sanju" userId="57aa58cc-e40c-4b0f-afe5-3ea9b99cb70a" providerId="ADAL" clId="{874232E0-BDC3-4744-8EF5-5131131F9A09}" dt="2026-04-08T04:54:20.137" v="18" actId="478"/>
          <ac:spMkLst>
            <pc:docMk/>
            <pc:sldMk cId="1325398881" sldId="269"/>
            <ac:spMk id="9" creationId="{A64BD941-943A-AB87-63BA-F8F4533B22CB}"/>
          </ac:spMkLst>
        </pc:spChg>
        <pc:spChg chg="add mod">
          <ac:chgData name="Deerpaul, Sanju" userId="57aa58cc-e40c-4b0f-afe5-3ea9b99cb70a" providerId="ADAL" clId="{874232E0-BDC3-4744-8EF5-5131131F9A09}" dt="2026-04-08T04:56:40.527" v="48" actId="120"/>
          <ac:spMkLst>
            <pc:docMk/>
            <pc:sldMk cId="1325398881" sldId="269"/>
            <ac:spMk id="10" creationId="{44FDD344-2F33-D6C7-20FD-78BD1DD29C8F}"/>
          </ac:spMkLst>
        </pc:spChg>
        <pc:spChg chg="add mod">
          <ac:chgData name="Deerpaul, Sanju" userId="57aa58cc-e40c-4b0f-afe5-3ea9b99cb70a" providerId="ADAL" clId="{874232E0-BDC3-4744-8EF5-5131131F9A09}" dt="2026-04-08T04:54:55.637" v="25" actId="2085"/>
          <ac:spMkLst>
            <pc:docMk/>
            <pc:sldMk cId="1325398881" sldId="269"/>
            <ac:spMk id="11" creationId="{CD61EB8F-A770-C5A3-B99A-E10A3F9B22EB}"/>
          </ac:spMkLst>
        </pc:spChg>
        <pc:spChg chg="add mod">
          <ac:chgData name="Deerpaul, Sanju" userId="57aa58cc-e40c-4b0f-afe5-3ea9b99cb70a" providerId="ADAL" clId="{874232E0-BDC3-4744-8EF5-5131131F9A09}" dt="2026-04-08T04:54:59.580" v="26"/>
          <ac:spMkLst>
            <pc:docMk/>
            <pc:sldMk cId="1325398881" sldId="269"/>
            <ac:spMk id="12" creationId="{7F36EC81-0174-3269-FA97-182881721642}"/>
          </ac:spMkLst>
        </pc:spChg>
        <pc:graphicFrameChg chg="del">
          <ac:chgData name="Deerpaul, Sanju" userId="57aa58cc-e40c-4b0f-afe5-3ea9b99cb70a" providerId="ADAL" clId="{874232E0-BDC3-4744-8EF5-5131131F9A09}" dt="2026-04-08T04:53:54.971" v="5" actId="478"/>
          <ac:graphicFrameMkLst>
            <pc:docMk/>
            <pc:sldMk cId="1325398881" sldId="269"/>
            <ac:graphicFrameMk id="3" creationId="{507E5C5B-79B1-7F46-46B2-278258D1BF52}"/>
          </ac:graphicFrameMkLst>
        </pc:graphicFrameChg>
        <pc:picChg chg="add mod">
          <ac:chgData name="Deerpaul, Sanju" userId="57aa58cc-e40c-4b0f-afe5-3ea9b99cb70a" providerId="ADAL" clId="{874232E0-BDC3-4744-8EF5-5131131F9A09}" dt="2026-04-08T04:58:13" v="73" actId="14100"/>
          <ac:picMkLst>
            <pc:docMk/>
            <pc:sldMk cId="1325398881" sldId="269"/>
            <ac:picMk id="14" creationId="{A9E8098D-8B04-81E9-E946-C166135B0611}"/>
          </ac:picMkLst>
        </pc:picChg>
        <pc:picChg chg="add mod">
          <ac:chgData name="Deerpaul, Sanju" userId="57aa58cc-e40c-4b0f-afe5-3ea9b99cb70a" providerId="ADAL" clId="{874232E0-BDC3-4744-8EF5-5131131F9A09}" dt="2026-04-08T04:58:13" v="73" actId="14100"/>
          <ac:picMkLst>
            <pc:docMk/>
            <pc:sldMk cId="1325398881" sldId="269"/>
            <ac:picMk id="16" creationId="{4588AE8C-5A59-4037-F49B-B94F6F51E4F4}"/>
          </ac:picMkLst>
        </pc:picChg>
        <pc:picChg chg="add mod">
          <ac:chgData name="Deerpaul, Sanju" userId="57aa58cc-e40c-4b0f-afe5-3ea9b99cb70a" providerId="ADAL" clId="{874232E0-BDC3-4744-8EF5-5131131F9A09}" dt="2026-04-08T04:58:13" v="73" actId="14100"/>
          <ac:picMkLst>
            <pc:docMk/>
            <pc:sldMk cId="1325398881" sldId="269"/>
            <ac:picMk id="18" creationId="{95EAF91F-0759-34EA-509F-AA862F8588A8}"/>
          </ac:picMkLst>
        </pc:picChg>
      </pc:sldChg>
      <pc:sldChg chg="delSp add del mod">
        <pc:chgData name="Deerpaul, Sanju" userId="57aa58cc-e40c-4b0f-afe5-3ea9b99cb70a" providerId="ADAL" clId="{874232E0-BDC3-4744-8EF5-5131131F9A09}" dt="2026-04-08T04:53:49.779" v="3" actId="47"/>
        <pc:sldMkLst>
          <pc:docMk/>
          <pc:sldMk cId="4248815936" sldId="326"/>
        </pc:sldMkLst>
        <pc:picChg chg="del">
          <ac:chgData name="Deerpaul, Sanju" userId="57aa58cc-e40c-4b0f-afe5-3ea9b99cb70a" providerId="ADAL" clId="{874232E0-BDC3-4744-8EF5-5131131F9A09}" dt="2026-04-08T04:53:47.881" v="2" actId="478"/>
          <ac:picMkLst>
            <pc:docMk/>
            <pc:sldMk cId="4248815936" sldId="326"/>
            <ac:picMk id="9" creationId="{7BCE2FBE-A25D-7193-07AC-C45C9AF9CEA9}"/>
          </ac:picMkLst>
        </pc:picChg>
      </pc:sldChg>
      <pc:sldChg chg="del">
        <pc:chgData name="Deerpaul, Sanju" userId="57aa58cc-e40c-4b0f-afe5-3ea9b99cb70a" providerId="ADAL" clId="{874232E0-BDC3-4744-8EF5-5131131F9A09}" dt="2026-04-08T05:05:14.444" v="160" actId="47"/>
        <pc:sldMkLst>
          <pc:docMk/>
          <pc:sldMk cId="3542462173" sldId="327"/>
        </pc:sldMkLst>
      </pc:sldChg>
      <pc:sldChg chg="del">
        <pc:chgData name="Deerpaul, Sanju" userId="57aa58cc-e40c-4b0f-afe5-3ea9b99cb70a" providerId="ADAL" clId="{874232E0-BDC3-4744-8EF5-5131131F9A09}" dt="2026-04-08T05:05:14.974" v="161" actId="47"/>
        <pc:sldMkLst>
          <pc:docMk/>
          <pc:sldMk cId="2004858234" sldId="328"/>
        </pc:sldMkLst>
      </pc:sldChg>
      <pc:sldChg chg="addSp delSp modSp add del mod">
        <pc:chgData name="Deerpaul, Sanju" userId="57aa58cc-e40c-4b0f-afe5-3ea9b99cb70a" providerId="ADAL" clId="{874232E0-BDC3-4744-8EF5-5131131F9A09}" dt="2026-04-09T13:39:46.715" v="169" actId="47"/>
        <pc:sldMkLst>
          <pc:docMk/>
          <pc:sldMk cId="2068836010" sldId="329"/>
        </pc:sldMkLst>
        <pc:spChg chg="mod">
          <ac:chgData name="Deerpaul, Sanju" userId="57aa58cc-e40c-4b0f-afe5-3ea9b99cb70a" providerId="ADAL" clId="{874232E0-BDC3-4744-8EF5-5131131F9A09}" dt="2026-04-08T04:57:52.051" v="69" actId="20577"/>
          <ac:spMkLst>
            <pc:docMk/>
            <pc:sldMk cId="2068836010" sldId="329"/>
            <ac:spMk id="10" creationId="{6ACEF88C-BA27-862A-8A1B-AD7DA85136BB}"/>
          </ac:spMkLst>
        </pc:spChg>
        <pc:picChg chg="add mod">
          <ac:chgData name="Deerpaul, Sanju" userId="57aa58cc-e40c-4b0f-afe5-3ea9b99cb70a" providerId="ADAL" clId="{874232E0-BDC3-4744-8EF5-5131131F9A09}" dt="2026-04-08T05:00:30.422" v="90" actId="1076"/>
          <ac:picMkLst>
            <pc:docMk/>
            <pc:sldMk cId="2068836010" sldId="329"/>
            <ac:picMk id="3" creationId="{7B0404FB-7D26-D517-3DC1-82A370076477}"/>
          </ac:picMkLst>
        </pc:picChg>
        <pc:picChg chg="add mod">
          <ac:chgData name="Deerpaul, Sanju" userId="57aa58cc-e40c-4b0f-afe5-3ea9b99cb70a" providerId="ADAL" clId="{874232E0-BDC3-4744-8EF5-5131131F9A09}" dt="2026-04-08T05:00:32.549" v="91" actId="1076"/>
          <ac:picMkLst>
            <pc:docMk/>
            <pc:sldMk cId="2068836010" sldId="329"/>
            <ac:picMk id="6" creationId="{37ED31CB-4501-9650-55E3-9B16E60AEA57}"/>
          </ac:picMkLst>
        </pc:picChg>
        <pc:picChg chg="add mod">
          <ac:chgData name="Deerpaul, Sanju" userId="57aa58cc-e40c-4b0f-afe5-3ea9b99cb70a" providerId="ADAL" clId="{874232E0-BDC3-4744-8EF5-5131131F9A09}" dt="2026-04-08T05:00:36.604" v="92" actId="1076"/>
          <ac:picMkLst>
            <pc:docMk/>
            <pc:sldMk cId="2068836010" sldId="329"/>
            <ac:picMk id="8" creationId="{B24D7EE1-160B-FC66-E9E2-4C00320F6DDF}"/>
          </ac:picMkLst>
        </pc:picChg>
        <pc:picChg chg="del">
          <ac:chgData name="Deerpaul, Sanju" userId="57aa58cc-e40c-4b0f-afe5-3ea9b99cb70a" providerId="ADAL" clId="{874232E0-BDC3-4744-8EF5-5131131F9A09}" dt="2026-04-08T04:57:45.730" v="66" actId="478"/>
          <ac:picMkLst>
            <pc:docMk/>
            <pc:sldMk cId="2068836010" sldId="329"/>
            <ac:picMk id="14" creationId="{FBDBF669-4E7F-B18A-C7EC-4A1A1E2121D7}"/>
          </ac:picMkLst>
        </pc:picChg>
        <pc:picChg chg="del">
          <ac:chgData name="Deerpaul, Sanju" userId="57aa58cc-e40c-4b0f-afe5-3ea9b99cb70a" providerId="ADAL" clId="{874232E0-BDC3-4744-8EF5-5131131F9A09}" dt="2026-04-08T04:57:49.275" v="68" actId="478"/>
          <ac:picMkLst>
            <pc:docMk/>
            <pc:sldMk cId="2068836010" sldId="329"/>
            <ac:picMk id="16" creationId="{10BF3B10-6891-0951-7BE4-47EF00E59D4C}"/>
          </ac:picMkLst>
        </pc:picChg>
        <pc:picChg chg="del">
          <ac:chgData name="Deerpaul, Sanju" userId="57aa58cc-e40c-4b0f-afe5-3ea9b99cb70a" providerId="ADAL" clId="{874232E0-BDC3-4744-8EF5-5131131F9A09}" dt="2026-04-08T04:57:46.962" v="67" actId="478"/>
          <ac:picMkLst>
            <pc:docMk/>
            <pc:sldMk cId="2068836010" sldId="329"/>
            <ac:picMk id="18" creationId="{38EA4B14-A163-D811-9BD5-BBB4A5CDFD2B}"/>
          </ac:picMkLst>
        </pc:picChg>
      </pc:sldChg>
      <pc:sldChg chg="addSp delSp modSp add mod">
        <pc:chgData name="Deerpaul, Sanju" userId="57aa58cc-e40c-4b0f-afe5-3ea9b99cb70a" providerId="ADAL" clId="{874232E0-BDC3-4744-8EF5-5131131F9A09}" dt="2026-04-09T13:42:01.790" v="179" actId="478"/>
        <pc:sldMkLst>
          <pc:docMk/>
          <pc:sldMk cId="2796002986" sldId="330"/>
        </pc:sldMkLst>
        <pc:spChg chg="add del mod">
          <ac:chgData name="Deerpaul, Sanju" userId="57aa58cc-e40c-4b0f-afe5-3ea9b99cb70a" providerId="ADAL" clId="{874232E0-BDC3-4744-8EF5-5131131F9A09}" dt="2026-04-09T13:42:01.790" v="179" actId="478"/>
          <ac:spMkLst>
            <pc:docMk/>
            <pc:sldMk cId="2796002986" sldId="330"/>
            <ac:spMk id="3" creationId="{63310908-E22D-2D64-F902-9A52F11CCBCA}"/>
          </ac:spMkLst>
        </pc:spChg>
        <pc:spChg chg="del mod">
          <ac:chgData name="Deerpaul, Sanju" userId="57aa58cc-e40c-4b0f-afe5-3ea9b99cb70a" providerId="ADAL" clId="{874232E0-BDC3-4744-8EF5-5131131F9A09}" dt="2026-04-09T13:39:58.036" v="177" actId="478"/>
          <ac:spMkLst>
            <pc:docMk/>
            <pc:sldMk cId="2796002986" sldId="330"/>
            <ac:spMk id="10" creationId="{7952E949-69EF-C3CA-CB9F-CC1F7C0AF895}"/>
          </ac:spMkLst>
        </pc:spChg>
        <pc:spChg chg="add del mod">
          <ac:chgData name="Deerpaul, Sanju" userId="57aa58cc-e40c-4b0f-afe5-3ea9b99cb70a" providerId="ADAL" clId="{874232E0-BDC3-4744-8EF5-5131131F9A09}" dt="2026-04-09T13:39:53.520" v="174" actId="478"/>
          <ac:spMkLst>
            <pc:docMk/>
            <pc:sldMk cId="2796002986" sldId="330"/>
            <ac:spMk id="17" creationId="{89745BFE-5399-57F2-F61A-61C11E175B43}"/>
          </ac:spMkLst>
        </pc:spChg>
        <pc:spChg chg="add del mod">
          <ac:chgData name="Deerpaul, Sanju" userId="57aa58cc-e40c-4b0f-afe5-3ea9b99cb70a" providerId="ADAL" clId="{874232E0-BDC3-4744-8EF5-5131131F9A09}" dt="2026-04-09T13:39:56.336" v="176" actId="478"/>
          <ac:spMkLst>
            <pc:docMk/>
            <pc:sldMk cId="2796002986" sldId="330"/>
            <ac:spMk id="18" creationId="{203BCF49-A153-B4C8-8635-B9D0BE69BE41}"/>
          </ac:spMkLst>
        </pc:spChg>
        <pc:spChg chg="add del mod">
          <ac:chgData name="Deerpaul, Sanju" userId="57aa58cc-e40c-4b0f-afe5-3ea9b99cb70a" providerId="ADAL" clId="{874232E0-BDC3-4744-8EF5-5131131F9A09}" dt="2026-04-09T13:39:54.468" v="175" actId="478"/>
          <ac:spMkLst>
            <pc:docMk/>
            <pc:sldMk cId="2796002986" sldId="330"/>
            <ac:spMk id="19" creationId="{8E816A20-98FB-AA0A-1750-2D36E433AB3D}"/>
          </ac:spMkLst>
        </pc:spChg>
        <pc:picChg chg="del">
          <ac:chgData name="Deerpaul, Sanju" userId="57aa58cc-e40c-4b0f-afe5-3ea9b99cb70a" providerId="ADAL" clId="{874232E0-BDC3-4744-8EF5-5131131F9A09}" dt="2026-04-08T05:03:48.107" v="115" actId="478"/>
          <ac:picMkLst>
            <pc:docMk/>
            <pc:sldMk cId="2796002986" sldId="330"/>
            <ac:picMk id="3" creationId="{065F8B32-002C-9622-6893-C5C9008724EA}"/>
          </ac:picMkLst>
        </pc:picChg>
        <pc:picChg chg="add del mod">
          <ac:chgData name="Deerpaul, Sanju" userId="57aa58cc-e40c-4b0f-afe5-3ea9b99cb70a" providerId="ADAL" clId="{874232E0-BDC3-4744-8EF5-5131131F9A09}" dt="2026-04-09T13:39:50.976" v="171" actId="478"/>
          <ac:picMkLst>
            <pc:docMk/>
            <pc:sldMk cId="2796002986" sldId="330"/>
            <ac:picMk id="5" creationId="{939F661E-7174-9FFF-95BE-6C9594FC68E1}"/>
          </ac:picMkLst>
        </pc:picChg>
        <pc:picChg chg="del">
          <ac:chgData name="Deerpaul, Sanju" userId="57aa58cc-e40c-4b0f-afe5-3ea9b99cb70a" providerId="ADAL" clId="{874232E0-BDC3-4744-8EF5-5131131F9A09}" dt="2026-04-09T13:39:52.180" v="173" actId="478"/>
          <ac:picMkLst>
            <pc:docMk/>
            <pc:sldMk cId="2796002986" sldId="330"/>
            <ac:picMk id="6" creationId="{CBBCD5CD-D33E-7B4D-3051-B988783407EA}"/>
          </ac:picMkLst>
        </pc:picChg>
        <pc:picChg chg="del">
          <ac:chgData name="Deerpaul, Sanju" userId="57aa58cc-e40c-4b0f-afe5-3ea9b99cb70a" providerId="ADAL" clId="{874232E0-BDC3-4744-8EF5-5131131F9A09}" dt="2026-04-08T05:03:35.663" v="113" actId="478"/>
          <ac:picMkLst>
            <pc:docMk/>
            <pc:sldMk cId="2796002986" sldId="330"/>
            <ac:picMk id="8" creationId="{7D750F09-7647-153B-DF2E-0D15A10E0C5F}"/>
          </ac:picMkLst>
        </pc:picChg>
        <pc:picChg chg="add">
          <ac:chgData name="Deerpaul, Sanju" userId="57aa58cc-e40c-4b0f-afe5-3ea9b99cb70a" providerId="ADAL" clId="{874232E0-BDC3-4744-8EF5-5131131F9A09}" dt="2026-04-09T13:41:59.124" v="178" actId="22"/>
          <ac:picMkLst>
            <pc:docMk/>
            <pc:sldMk cId="2796002986" sldId="330"/>
            <ac:picMk id="8" creationId="{C655394D-AD91-8463-7B4A-DDDFBAE91660}"/>
          </ac:picMkLst>
        </pc:picChg>
        <pc:picChg chg="add del mod">
          <ac:chgData name="Deerpaul, Sanju" userId="57aa58cc-e40c-4b0f-afe5-3ea9b99cb70a" providerId="ADAL" clId="{874232E0-BDC3-4744-8EF5-5131131F9A09}" dt="2026-04-08T05:02:58.770" v="105" actId="478"/>
          <ac:picMkLst>
            <pc:docMk/>
            <pc:sldMk cId="2796002986" sldId="330"/>
            <ac:picMk id="9" creationId="{E0B91439-F78E-D654-EEF0-E8F9CF443DDA}"/>
          </ac:picMkLst>
        </pc:picChg>
        <pc:picChg chg="add del mod">
          <ac:chgData name="Deerpaul, Sanju" userId="57aa58cc-e40c-4b0f-afe5-3ea9b99cb70a" providerId="ADAL" clId="{874232E0-BDC3-4744-8EF5-5131131F9A09}" dt="2026-04-09T13:39:51.593" v="172" actId="478"/>
          <ac:picMkLst>
            <pc:docMk/>
            <pc:sldMk cId="2796002986" sldId="330"/>
            <ac:picMk id="13" creationId="{57E4BE5B-8C45-F708-04EB-4D694E435756}"/>
          </ac:picMkLst>
        </pc:picChg>
        <pc:picChg chg="add del mod">
          <ac:chgData name="Deerpaul, Sanju" userId="57aa58cc-e40c-4b0f-afe5-3ea9b99cb70a" providerId="ADAL" clId="{874232E0-BDC3-4744-8EF5-5131131F9A09}" dt="2026-04-09T13:39:50.369" v="170" actId="478"/>
          <ac:picMkLst>
            <pc:docMk/>
            <pc:sldMk cId="2796002986" sldId="330"/>
            <ac:picMk id="15" creationId="{81BBE676-ED2A-45C0-B1D8-BB9AE0A80F4F}"/>
          </ac:picMkLst>
        </pc:picChg>
      </pc:sldChg>
      <pc:sldChg chg="addSp delSp modSp add mod ord">
        <pc:chgData name="Deerpaul, Sanju" userId="57aa58cc-e40c-4b0f-afe5-3ea9b99cb70a" providerId="ADAL" clId="{874232E0-BDC3-4744-8EF5-5131131F9A09}" dt="2026-04-08T05:07:30.354" v="167" actId="22"/>
        <pc:sldMkLst>
          <pc:docMk/>
          <pc:sldMk cId="2560010521" sldId="331"/>
        </pc:sldMkLst>
        <pc:spChg chg="del">
          <ac:chgData name="Deerpaul, Sanju" userId="57aa58cc-e40c-4b0f-afe5-3ea9b99cb70a" providerId="ADAL" clId="{874232E0-BDC3-4744-8EF5-5131131F9A09}" dt="2026-04-08T05:07:27.676" v="165" actId="478"/>
          <ac:spMkLst>
            <pc:docMk/>
            <pc:sldMk cId="2560010521" sldId="331"/>
            <ac:spMk id="2" creationId="{DBF82E62-CF77-362F-735F-5BA4781B16FF}"/>
          </ac:spMkLst>
        </pc:spChg>
        <pc:spChg chg="add del mod">
          <ac:chgData name="Deerpaul, Sanju" userId="57aa58cc-e40c-4b0f-afe5-3ea9b99cb70a" providerId="ADAL" clId="{874232E0-BDC3-4744-8EF5-5131131F9A09}" dt="2026-04-08T05:07:29.950" v="166" actId="478"/>
          <ac:spMkLst>
            <pc:docMk/>
            <pc:sldMk cId="2560010521" sldId="331"/>
            <ac:spMk id="7" creationId="{C864AFCC-8C49-4A12-CF70-28E93E6A034B}"/>
          </ac:spMkLst>
        </pc:spChg>
        <pc:picChg chg="add">
          <ac:chgData name="Deerpaul, Sanju" userId="57aa58cc-e40c-4b0f-afe5-3ea9b99cb70a" providerId="ADAL" clId="{874232E0-BDC3-4744-8EF5-5131131F9A09}" dt="2026-04-08T05:07:30.354" v="167" actId="22"/>
          <ac:picMkLst>
            <pc:docMk/>
            <pc:sldMk cId="2560010521" sldId="331"/>
            <ac:picMk id="9" creationId="{C23D7849-E012-BFDC-E774-9151C2A63A1D}"/>
          </ac:picMkLst>
        </pc:picChg>
      </pc:sldChg>
      <pc:sldChg chg="addSp delSp add mod">
        <pc:chgData name="Deerpaul, Sanju" userId="57aa58cc-e40c-4b0f-afe5-3ea9b99cb70a" providerId="ADAL" clId="{874232E0-BDC3-4744-8EF5-5131131F9A09}" dt="2026-04-09T13:42:21.757" v="182" actId="22"/>
        <pc:sldMkLst>
          <pc:docMk/>
          <pc:sldMk cId="3806790975" sldId="332"/>
        </pc:sldMkLst>
        <pc:picChg chg="add">
          <ac:chgData name="Deerpaul, Sanju" userId="57aa58cc-e40c-4b0f-afe5-3ea9b99cb70a" providerId="ADAL" clId="{874232E0-BDC3-4744-8EF5-5131131F9A09}" dt="2026-04-09T13:42:21.757" v="182" actId="22"/>
          <ac:picMkLst>
            <pc:docMk/>
            <pc:sldMk cId="3806790975" sldId="332"/>
            <ac:picMk id="3" creationId="{D99B26EE-397E-EDA7-9AAF-1A40329A2CE4}"/>
          </ac:picMkLst>
        </pc:picChg>
        <pc:picChg chg="del">
          <ac:chgData name="Deerpaul, Sanju" userId="57aa58cc-e40c-4b0f-afe5-3ea9b99cb70a" providerId="ADAL" clId="{874232E0-BDC3-4744-8EF5-5131131F9A09}" dt="2026-04-09T13:42:06.349" v="181" actId="478"/>
          <ac:picMkLst>
            <pc:docMk/>
            <pc:sldMk cId="3806790975" sldId="332"/>
            <ac:picMk id="8" creationId="{E1051984-3C9D-859A-99C9-66CC5B90FA79}"/>
          </ac:picMkLst>
        </pc:picChg>
      </pc:sldChg>
      <pc:sldChg chg="addSp delSp add mod">
        <pc:chgData name="Deerpaul, Sanju" userId="57aa58cc-e40c-4b0f-afe5-3ea9b99cb70a" providerId="ADAL" clId="{874232E0-BDC3-4744-8EF5-5131131F9A09}" dt="2026-04-09T13:42:49.177" v="185" actId="22"/>
        <pc:sldMkLst>
          <pc:docMk/>
          <pc:sldMk cId="2827429146" sldId="333"/>
        </pc:sldMkLst>
        <pc:picChg chg="del">
          <ac:chgData name="Deerpaul, Sanju" userId="57aa58cc-e40c-4b0f-afe5-3ea9b99cb70a" providerId="ADAL" clId="{874232E0-BDC3-4744-8EF5-5131131F9A09}" dt="2026-04-09T13:42:27.151" v="184" actId="478"/>
          <ac:picMkLst>
            <pc:docMk/>
            <pc:sldMk cId="2827429146" sldId="333"/>
            <ac:picMk id="3" creationId="{A12DC452-3846-BC49-F72B-AAB4EEAE54FA}"/>
          </ac:picMkLst>
        </pc:picChg>
        <pc:picChg chg="add">
          <ac:chgData name="Deerpaul, Sanju" userId="57aa58cc-e40c-4b0f-afe5-3ea9b99cb70a" providerId="ADAL" clId="{874232E0-BDC3-4744-8EF5-5131131F9A09}" dt="2026-04-09T13:42:49.177" v="185" actId="22"/>
          <ac:picMkLst>
            <pc:docMk/>
            <pc:sldMk cId="2827429146" sldId="333"/>
            <ac:picMk id="5" creationId="{7E1939FF-9ABB-1CB7-A5E0-74F3F7E424D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11A11-0E58-4884-BB71-8FA88982EBE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D6203-8A06-42FD-AD89-BFBE6616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54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6338-E62F-173F-9891-C6E048318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03A9F-F24F-74F9-6AC4-89115E893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34AF5-6F82-FDD7-4ED3-3B7A5128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131B0-E439-C903-29DD-C7D530A9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3B3C1-2D92-3FB0-28CE-13A400C7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4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31A9-D3D3-FC55-0455-E2AC9981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3BC23-45C9-56B1-6113-A7EA5789B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C59-6235-04AF-4F6A-A3510CEE2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18DEA-50E9-82DF-B1B4-A1FDB264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868F6-DE3A-4B9D-D256-9A69C450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71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1B3E-CCCF-F2E9-6237-BF6326065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621DD-1D21-83E2-4621-FCD5FA97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91438-5799-0CC4-D849-68E9AB68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508DC-D0C9-196A-B867-ADC38956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A9553-1BD6-90D3-6765-CDF6F144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4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0F09-27B2-5B84-071D-377EC1E5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CC70B-3990-A3F6-9305-FF64D3985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F26BB-DE12-1367-CE86-26A3A78FE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3D6E8-ABAC-FDA5-2AF4-6A74C2D5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3C1DD-B668-0206-0586-216D61D54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28D3B-ABA0-DC9A-DE74-5837C079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4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CB53-705F-DE08-AEB9-026C9A76D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2458A-A4FF-C778-C7D0-016B7D7C4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C4281-D3D6-43F4-A35E-32AABE65E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F4830-761D-E818-D6F5-56957DDD54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A3E8F-C4A8-1B1C-5693-A71CCE0BF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8A52D-D040-6EBA-2CDA-7F70D372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D3B7C-52E2-7097-BFE0-7CF49AAD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98CDD3-2DB2-B4D8-BAB2-840A4383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3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1CEE-E635-8ED7-9EC5-23841670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947CF-0BE9-E448-FB37-0C856A8C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CFDF9-16D0-C7EB-3F47-B607D36B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BAE1E-93B8-228F-6F32-0490CCA5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2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70B4C-FD35-0CF4-2125-0372FAA8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0F426-16CE-D0D6-ECF7-C1B5DA7E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666AC-AC16-97E7-8BA8-88BDC7AA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7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5EEE-A8FC-966F-32F0-06D05F8F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B81AD-45C6-5D29-D243-0F551E98B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A5BB8-5C57-EB3B-F902-67BA5EB50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927B9-5A0D-CBAD-C534-630F4BE28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B26CB-D4F8-884E-F8F8-A786061C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C6BCE-7017-C96C-1668-9E8F7B154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6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AA3B-427E-3975-655A-09B4C85C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74FEED-6CC6-C232-DFBA-8F0185FAD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D5CEF-1965-6496-5083-158106E39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3B66F-464D-DEA1-8CC3-0B30497A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91E4A-ACEE-1A3C-5530-4D3FAC73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4EB67-8228-5EB2-E653-CB91A15D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9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9F43-1C1A-950E-9FAE-21AFDBAD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FE285-C237-A043-6790-E5D59C7BF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9DC51-D4D3-ED4E-B22A-806D7FD6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020E5-D17B-FF57-0C30-9DD10796C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5ABAE-23CD-6010-C152-B0712AC0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7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6D45D-4AA1-A200-C38D-73B3951FC6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94E5F-2A5A-ECCC-5BF6-21EC5BF24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A07FC-B81F-A422-2E3B-9E9FE35F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B0040-59A5-9BE7-B036-CA16F758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0C58E-D6CA-EDC1-ED61-0344128A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8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CA9D63-8DD6-A386-03DD-3CD651AD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AB0AC-B06A-34DC-BF5E-4812DBF36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E2F99-28C8-0CC8-9CD9-53A9B9427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0A37A-65DC-4779-8C7E-BB1428BC7F29}" type="datetimeFigureOut">
              <a:rPr lang="en-US" smtClean="0"/>
              <a:t>09/04/2026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6CF7D-7CC2-2F63-007A-F03E81CB3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6ACCE-EDFB-8AD0-CEA7-1A6C93685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9E28E2-F818-479F-AAB1-ADE238A3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4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2612-BBD7-C048-1DA4-9373041F9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580C81-57AB-56A1-17C1-0484A6860C2E}"/>
              </a:ext>
            </a:extLst>
          </p:cNvPr>
          <p:cNvSpPr/>
          <p:nvPr/>
        </p:nvSpPr>
        <p:spPr>
          <a:xfrm>
            <a:off x="0" y="0"/>
            <a:ext cx="8314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DA7D1-5E7C-6042-EE6D-721FCE3FE6D7}"/>
              </a:ext>
            </a:extLst>
          </p:cNvPr>
          <p:cNvSpPr/>
          <p:nvPr/>
        </p:nvSpPr>
        <p:spPr>
          <a:xfrm>
            <a:off x="12108856" y="-14689"/>
            <a:ext cx="8314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C1CEBD-EA38-A242-D74A-1FC276C4951A}"/>
              </a:ext>
            </a:extLst>
          </p:cNvPr>
          <p:cNvSpPr/>
          <p:nvPr/>
        </p:nvSpPr>
        <p:spPr>
          <a:xfrm>
            <a:off x="0" y="0"/>
            <a:ext cx="351692" cy="68580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3D7849-E012-BFDC-E774-9151C2A63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535" y="1001819"/>
            <a:ext cx="9342930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1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BE894-6BE1-24D0-C8E7-EA24999A5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18606C-DDA0-A32E-50E2-5E92BC604A8C}"/>
              </a:ext>
            </a:extLst>
          </p:cNvPr>
          <p:cNvSpPr/>
          <p:nvPr/>
        </p:nvSpPr>
        <p:spPr>
          <a:xfrm>
            <a:off x="1" y="2735316"/>
            <a:ext cx="86710" cy="41226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7E13AB-CA2C-8908-4EA9-99FE7A2227A2}"/>
              </a:ext>
            </a:extLst>
          </p:cNvPr>
          <p:cNvSpPr/>
          <p:nvPr/>
        </p:nvSpPr>
        <p:spPr>
          <a:xfrm>
            <a:off x="12105289" y="0"/>
            <a:ext cx="86710" cy="41226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55394D-AD91-8463-7B4A-DDDFBAE91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586" y="636028"/>
            <a:ext cx="8862828" cy="55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02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C8417-6286-FA16-3316-BE2B84B1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B05ABF-863F-1D11-D21D-3EE860C7251D}"/>
              </a:ext>
            </a:extLst>
          </p:cNvPr>
          <p:cNvSpPr/>
          <p:nvPr/>
        </p:nvSpPr>
        <p:spPr>
          <a:xfrm>
            <a:off x="1" y="2735316"/>
            <a:ext cx="86710" cy="41226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C8A5F4-520A-4A8A-9AB0-476511235920}"/>
              </a:ext>
            </a:extLst>
          </p:cNvPr>
          <p:cNvSpPr/>
          <p:nvPr/>
        </p:nvSpPr>
        <p:spPr>
          <a:xfrm>
            <a:off x="12105289" y="0"/>
            <a:ext cx="86710" cy="41226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9B26EE-397E-EDA7-9AAF-1A40329A2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89" y="548390"/>
            <a:ext cx="9007621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90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3B6AF-32C8-0F96-48EC-FED9BE7C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608C4A-4A57-5EE1-7EFF-8A4C89653A5A}"/>
              </a:ext>
            </a:extLst>
          </p:cNvPr>
          <p:cNvSpPr/>
          <p:nvPr/>
        </p:nvSpPr>
        <p:spPr>
          <a:xfrm>
            <a:off x="1" y="2735316"/>
            <a:ext cx="86710" cy="41226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DE34A8-C556-015D-714A-7D011B96C57D}"/>
              </a:ext>
            </a:extLst>
          </p:cNvPr>
          <p:cNvSpPr/>
          <p:nvPr/>
        </p:nvSpPr>
        <p:spPr>
          <a:xfrm>
            <a:off x="12105289" y="0"/>
            <a:ext cx="86710" cy="41226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939FF-9ABB-1CB7-A5E0-74F3F7E42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619" y="750338"/>
            <a:ext cx="8100762" cy="535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2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7720-3E4E-7211-E624-858AF3BD3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89FF08-4DFF-BCDC-45AA-957C706DF357}"/>
              </a:ext>
            </a:extLst>
          </p:cNvPr>
          <p:cNvSpPr/>
          <p:nvPr/>
        </p:nvSpPr>
        <p:spPr>
          <a:xfrm>
            <a:off x="0" y="0"/>
            <a:ext cx="8314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0E26E9-6C60-7A46-81C4-7079C8DA53A9}"/>
              </a:ext>
            </a:extLst>
          </p:cNvPr>
          <p:cNvSpPr/>
          <p:nvPr/>
        </p:nvSpPr>
        <p:spPr>
          <a:xfrm>
            <a:off x="12108856" y="-14689"/>
            <a:ext cx="8314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AB8C80-E81E-A4FD-8FF2-C302CCA88728}"/>
              </a:ext>
            </a:extLst>
          </p:cNvPr>
          <p:cNvSpPr/>
          <p:nvPr/>
        </p:nvSpPr>
        <p:spPr>
          <a:xfrm>
            <a:off x="0" y="0"/>
            <a:ext cx="351692" cy="68580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110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Parbhunath</dc:creator>
  <cp:lastModifiedBy>Deerpaul, Sanju</cp:lastModifiedBy>
  <cp:revision>19</cp:revision>
  <dcterms:created xsi:type="dcterms:W3CDTF">2026-02-20T05:55:51Z</dcterms:created>
  <dcterms:modified xsi:type="dcterms:W3CDTF">2026-04-09T13:42:55Z</dcterms:modified>
</cp:coreProperties>
</file>